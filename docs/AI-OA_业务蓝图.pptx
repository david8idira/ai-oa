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667EEA"/>
                </a:solidFill>
              </a:defRPr>
            </a:pPr>
            <a:r>
              <a:t>AI-OA 智能化OA系统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业务蓝图 | 2026-04-05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项目概述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核心功能模块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技术架构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AI能力亮点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部署方案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竞争优势分析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实施计划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基于RuoYi开源框架的智能化OA系统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整合OCR识别、n8n流程引擎、AI大模型能力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面向不动产科技(PropTech)赛道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目标用户：中小企业至大型企业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支持私有化部署，灵活扩展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核心理念：AI赋能，提升效率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核心功能模块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F1 基础管理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用户/部门/权限/系统配置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Spring Security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F2 财务审批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OCR发票识别+自动填单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PaddleOCR + 阿里云OCR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F3 智能报表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周报/月报/年刊自动生成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GPT-4o + DALL-E 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F4 AI助手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RAG知识库+自主学习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多模型按功能分配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F5 流程中心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n8n可视化工作流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Webhook + REST API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F7 企业聊天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即时消息+群聊+文件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WebSocket + Kafka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移动端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鸿蒙+iOS+Android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原生开发+跨平台适配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后端：Java 17+ / Spring Boot 3.x / Spring Cloud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前端：Vue 3 + Element UI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数据库：MySQL 8.0 主备库 + 读写分离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缓存：Redis Cluster (L1+L2多级)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消息队列：Kafka + RabbitMQ 双队列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文件存储：MinIO (S3兼容)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工作流：n8n 可视化流程引擎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AI能力亮点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🤖 多模型按功能分配：GPT-4o/Claude/Kimi 各司其职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📄 OCR 90%+ 准确率：发票/行程单自动识别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🔍 RAG 知识库问答：基于向量检索的智能回答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📊 AI 生成报表：自动生成周报/月报/年刊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🎨 AI 生图/视频：为报表自动配图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📧 智能邮件：OCR疑问单据自动通知审批人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🔗 跳转链接：AI回复包含文档/审批跳转入口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部署方案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并发用户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服务器数量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单体部署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中小企业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&lt;100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1-2台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微服务部署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中大型企业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100-500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8-12台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Docker部署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开发测试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&lt;200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2-4台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Kubernetes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大型企业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15-20+台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竞争优势分析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✅ 私有化部署能力强：数据完全自主可控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✅ AI+RAG深度整合：知识库+智能问答差异化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✅ OCR自动化审批：提升财务处理效率80%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✅ 多模型按需配置：成本与效果平衡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✅ 开源为主：降低License成本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✅ 灵活扩展：从单体到K8s随业务成长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实施计划 (Sprint划分)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Sprint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周期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目标模块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交付物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Sprint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Week 5-7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F1基础+F4 AI基础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用户管理+AI模型配置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Sprint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Week 7-9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F2财务审批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OCR+审批流程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Sprint 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Week 10-12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F7聊天+F4知识库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即时消息+RAG问答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Sprint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Week 13-14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F3/F5/F6增强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报表+流程+增强功能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📋 定位清晰：面向PropTech赛道的智能化OA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🏗️ 架构完整：从需求到部署方案全覆盖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🤖 AI差异化：OCR+RAG+多模型整合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📦 交付规范：文档+UI原型+部署脚本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🚀 前景广阔：私有化部署+灵活扩展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💡 持续进化：基于用户反馈不断优化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667EEA"/>
                </a:solidFill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AI-OA 智能化OA系统 | 让办公更智能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